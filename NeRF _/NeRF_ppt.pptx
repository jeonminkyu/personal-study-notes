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93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논문리뷰 포트폴리오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2834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 논문·코드 리뷰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Radiance Fields  의 이론과 공식 구현 분석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526280"/>
            <a:ext cx="146304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연구 관심사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MLP 표현의 본질적인 학습·렌더링 비용 문제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NeRF는 implicit MLP로 장면을 표현해 적은 메모리로 사실적인 view synthesis가 가능하지만,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픽셀마다 100개 이상의 점을 MLP에 query하는 ray-marching 구조 때문에 학습과 렌더링 모두 매우 느리다.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응용에서는 이 비용이 큰 장벽이 된다.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438144"/>
            <a:ext cx="146304" cy="14630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시간이 길다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장면 하나당 단일 GPU로 1~2일.  대규모 데이터 학습이나 빠른 iteration이 어려움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78224"/>
            <a:ext cx="146304" cy="14630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렌더링이 불가능하다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ray마다 coarse 64 + fine 128 = 192번 MLP forward → 한 프레임 수 초 단위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관측되지 않은 영역에서 품질 저하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956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rendering, floater 발생.  in-the-wild 환경의 occlusion·조명 변화에 취약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73152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7724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관심사  ·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NeRF의 학습·렌더링 비용을 어떻게 낮추면서도 </a:t>
            </a: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novel-view 품질을 유지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수 있는가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Radiance Fields  개요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Representation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장면을 5D 좌표  →  (color, density)  를 출력하는 MLP로 표현한다.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입출력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 x ∈ ℝ³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공간 좌표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d ∈ S²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direction (θ, φ)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94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density   σ ∈ ℝ⁺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view-independent 출력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    c ∈ ℝ³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view-dependent RGB 출력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— Volumetric  α-compositing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 r(t) = o + t·d  를 따라 N개 점을 샘플 → MLP query → α-blending.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697480"/>
            <a:ext cx="52120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C(r) = Σᵢ  Tᵢ · (1 − exp(−σᵢ δᵢ)) · cᵢ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3730752"/>
            <a:ext cx="52120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37960" y="37307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Σ_r ‖ Ĉ_c(r) − C(r) ‖²  +  ‖ Ĉ_f(r) − C(r) ‖²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Coarse-to-fine hierarchical sampling  ·  Positional encoding  γ(·)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73152" cy="10515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724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 Representation  vs  Neural Radiance Field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806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표현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6007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grid에 색·밀도 저장 (explicit, discrete)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6208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weights에 인코딩 (implicit, continuous)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5806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6007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N³ 으로 폭증 (~GB)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6208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weights ~5MB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5806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한계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6007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 artifact, view-consistency 약화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92440" y="6208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함수 → smoother surface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전체 파이프라인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이미지에서 ray로, ray에서 픽셀로  —  NeRF 파이프라인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Camera Pose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2860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Sampling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(o, d, 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γ(·)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22860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0" y="2286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MLP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(σ, 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22860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961120" y="2286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Rendering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Pixel C(r)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2674620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51960" y="2674620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355080" y="2674620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458200" y="2674620"/>
            <a:ext cx="4572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607040" y="2286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607040" y="2286000"/>
            <a:ext cx="128016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247120" y="3108960"/>
            <a:ext cx="0" cy="4572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738360" y="3566160"/>
            <a:ext cx="15087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738360" y="3108960"/>
            <a:ext cx="0" cy="45720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96112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 ·  L = ‖ Ĉ − C ‖²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Mildenhall et al. 2020, Fig. 2  —  NeRF 논문 원본 파이프라인 다이어그램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06424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73152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Per-pixel ray-marching + per-point MLP query → 모든 비용의 근원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2120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픽셀마다 ray를 쏘고 ray 위에서 N개 점 샘플링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점마다 5D 좌표를 MLP에 query → (σ, c)  ·  coarse(64) + fine(128) = 192 forward / pixel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정렬하여 α-blending으로 픽셀 색 합성  →  rendering이 본질적으로 dense computation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학습이 느리고 (수일) 렌더링이 느린 (수 초/프레임) 핵심 이유 = Pipeline의 모든 단계가 ray·sample 단위로 반복된다는 점.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전제 — 카메라 모델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Pinhole 카메라와 Intrinsic / Extrinsic 행렬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Pinhole Projection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점이 image plane에 어떻게 투영되는지를 결정.  NeRF는 ray 생성에 이 모델을 그대로 사용한다.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K  ·  3×3 카메라 내부 파라미터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36976"/>
            <a:ext cx="59436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32826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[ fₓ   0   cₓ 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[ 0   f_y  c_y 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[ 0    0    1 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428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fₓ , f_y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      </a:t>
            </a: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cₓ , c_y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point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7000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Extrinsic [R | t]  ·  4×4 카메라 위치/방향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92624"/>
            <a:ext cx="59436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50383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c2w = [ R₃ₓ₃ | t₃ₓ₁ 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  0    |  1   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Point  →  2D Pixel  변환 흐름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331720"/>
            <a:ext cx="47548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858000" y="2331720"/>
            <a:ext cx="54864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World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6426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 좌표  X_w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2935224"/>
            <a:ext cx="0" cy="1645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0" y="3108960"/>
            <a:ext cx="47548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858000" y="3108960"/>
            <a:ext cx="54864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04088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Camera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419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[R|t] · X_w   (Extrinsic 적용)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3712464"/>
            <a:ext cx="0" cy="1645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858000" y="3886200"/>
            <a:ext cx="47548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858000" y="3886200"/>
            <a:ext cx="54864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4088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Normalized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x_n = X_c.xy / X_c.z   (perspective divide)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35440" y="4489704"/>
            <a:ext cx="0" cy="16459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858000" y="4663440"/>
            <a:ext cx="47548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858000" y="4663440"/>
            <a:ext cx="54864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040880" y="4709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Pixel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4974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K · x_n   (Intrinsic 적용)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중요한가  · 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NeRF의 </a:t>
            </a:r>
            <a:r>
              <a:rPr lang="en-US" sz="1100" b="1" i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get_rays()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함수는 K와 c2w를 그대로 받아 픽셀별 ray  (rays_o, rays_d)  를 생성한다 — 다음 슬라이드 코드의 입력 의미.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논문 ↔ 코드 리뷰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Generation  —  카메라 pose에서 픽셀별 ray 생성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1508760"/>
          </a:xfrm>
          <a:prstGeom prst="rect">
            <a:avLst/>
          </a:prstGeom>
          <a:solidFill>
            <a:srgbClr val="ECF7EE"/>
          </a:solidFill>
          <a:ln w="12700">
            <a:solidFill>
              <a:srgbClr val="ECF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Mildenhall et al. 2020, Section 4 (Volume Rendering with Radiance Fields)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카메라 pixel  (i, j)  를 카메라 원점  o  에서 출발하는 ray로 변환: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= o + t · d ,    d = (R · K⁻¹ · [u, v, 1]ᵀ) ,    o = c2w[:, 3]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ray origin  rays_o ∈ ℝᴴˣᵂˣ³,  direction  rays_d ∈ ℝᴴˣᵂˣ³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676656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73152" cy="30175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593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run_nerf_helpers.py  —  get_rays()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913632"/>
            <a:ext cx="64008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3950208"/>
            <a:ext cx="62636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get_rays(H, W, K, c2w):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i, j = torch.meshgrid(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torch.linspace(0, W-1, W),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torch.linspace(0, H-1, H))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i, j = i.t(), j.t()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픽셀 → 카메라 좌표 ray direction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 = torch.stack([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(i - K[0][2]) / K[0][0],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-(j - K[1][2]) / K[1][1],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-torch.ones_like(i)], -1)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카메라 → world 회전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rays_d = torch.sum(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dirs[..., None, :] * c2w[:3,:3], -1)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rays_o = c2w[:3, -1].expand(rays_d.shape)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rays_o, rays_d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1828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하는 일  ·  3-step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2322576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8952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2286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meshgrid → 픽셀 좌표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plane 의 모든 (i, j) 픽셀 인덱스를 만든다.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3328416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8952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32918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역변환 → 방향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(i−cₓ)/fₓ, −(j−c_y)/f_y, −1  : 픽셀을 카메라 좌표 ray direction으로 변환  (y, z 부호 반전 = OpenGL 컨벤션)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4608576"/>
            <a:ext cx="256032" cy="25603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589520" y="4608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4572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Extrinsic 회전 → world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c2w[:3,:3] 와 dot-product로 ray를 world 좌표로 회전.  rays_o 는 카메라 위치 c2w[:3,-1] 그대로.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73152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64739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·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ray는 (o, d) 한 쌍으로 표현되며, 이후 모든 단계 ─ sampling · MLP query · volume rendering ─ 가 이 ray 위에서 일어난다.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논문 ↔ 코드 리뷰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  —  고주파 학습을 가능하게 만드는 핵심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1691640"/>
          </a:xfrm>
          <a:prstGeom prst="rect">
            <a:avLst/>
          </a:prstGeom>
          <a:solidFill>
            <a:srgbClr val="ECF7EE"/>
          </a:solidFill>
          <a:ln w="12700">
            <a:solidFill>
              <a:srgbClr val="ECF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Mildenhall et al. 2020, Section 5.1   ·   Tancik et al. 2020 (Fourier Features)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좌표를 그대로 MLP에 넣으면 high-frequency를 학습하지 못한다 (spectral bias). → sinusoidal encoding으로 차원을 확장: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γ(p) = ( sin(2⁰πp), cos(2⁰πp), … , sin(2^{L−1}πp), cos(2^{L−1}πp) 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L_x = 10  (위치 x), L_d = 4   (방향 d)   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3차원 입력 → 60차원 (x), 24차원 (d)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6766560" cy="2834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73152" cy="283464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776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run_nerf_helpers.py  —  Embedder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64008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BE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4133088"/>
            <a:ext cx="6263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Embedder: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create_embedding_fn(self):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embed_fns, out_dim = [],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self.kwargs['include_input']: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embed_fns.append(lambda x: 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out_dim += 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log-sampled  freq_bands = 2^0 ... 2^{L-1}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freq_bands = 2.**torch.linspace(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0., max_freq_log2, steps=N_freqs)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freq in freq_bands: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p_fn in [torch.sin, torch.cos]: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embed_fns.append(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lambda x, p_fn=p_fn, freq=freq: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p_fn(x * freq))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out_dim += 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8952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이렇게 작동하는가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22860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bias  —  ReLU MLP의 한계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MLP는 입력 좌표를 그대로 받으면 low-frequency만 학습. 표면 디테일·고주파 색이 사라져 blurry rendering이 됨.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703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Sinusoidal lift  —  주파수 분해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(sin, cos) 의 2ᵏπ 주기로 좌표를 펼치면 MLP는 각 주파수 대역의 함수를 별도 채널처럼 다룰 수 있다 → high-frequency 표현이 가능해진다.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51206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의 의미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이 클수록 더 정밀한 디테일까지 표현 가능. 단, 너무 크면 noise도 학습 → 위치 10, 방향 4 가 NeRF 기본값.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629400"/>
            <a:ext cx="1106424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6629400"/>
            <a:ext cx="73152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" y="66019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·  </a:t>
            </a: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없이는 NeRF가 작동하지 않는다 — Section 6 ablation에서 PSNR이 크게 저하됨을 보임.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논문 ↔ 코드 리뷰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 MLP Architecture  —  density 와 color 의 입력 분리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1554480"/>
          </a:xfrm>
          <a:prstGeom prst="rect">
            <a:avLst/>
          </a:prstGeom>
          <a:solidFill>
            <a:srgbClr val="ECF7EE"/>
          </a:solidFill>
          <a:ln w="12700">
            <a:solidFill>
              <a:srgbClr val="ECF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Mildenhall et al. 2020, Fig. 7  ·  Section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8-layer MLP (W=256). Layer 5에서 </a:t>
            </a: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 (γ(x) 재투입).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σ는 위치 x만으로 예측, color c는 (feature, γ(d))로 예측 → </a:t>
            </a: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consistency 보장.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γ(x) → MLP_8(W=256, skip @ L4) → σ , feature → concat γ(d) → MLP_2 → RGB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6766560" cy="2971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73152" cy="297180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run_nerf_helpers.py  —  class NeRF(nn.Module)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959352"/>
            <a:ext cx="64008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BE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995928"/>
            <a:ext cx="6263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NeRF(nn.Module):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D=8, W=256,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input_ch=63, input_ch_views=27,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skips=[4], use_viewdirs=True):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x branch  (D layers, skip at layer 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self.pts_linears = nn.ModuleList(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[nn.Linear(input_ch, W)]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[nn.Linear(W,W) if i not in skips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else nn.Linear(W+input_ch, 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i in range(D-1)])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viewdir branch  (single hidden layer)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self.views_linears = nn.ModuleList(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[nn.Linear(input_ch_views + W, W//2)])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self.alpha_linear   = nn.Linear(W,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self.feature_linear = nn.Linear(W, 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self.rgb_linear     = nn.Linear(W//2, 3)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8952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흐름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2194560"/>
            <a:ext cx="42062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89520" y="2194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γ(x)  ·  60-d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92640" y="2615184"/>
            <a:ext cx="0" cy="1188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589520" y="2743200"/>
            <a:ext cx="4206240" cy="4114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89520" y="2743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× 4  +  ReLU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92640" y="3163824"/>
            <a:ext cx="0" cy="1188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589520" y="3291840"/>
            <a:ext cx="42062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58952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  γ(x)  (skip)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0" y="3712464"/>
            <a:ext cx="0" cy="1188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589520" y="3840480"/>
            <a:ext cx="4206240" cy="4114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58952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× 4  +  ReLU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4261104"/>
            <a:ext cx="0" cy="1188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589520" y="4389120"/>
            <a:ext cx="42062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589520" y="4389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 =  α_linear (W → 1)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92640" y="4809744"/>
            <a:ext cx="0" cy="1188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589520" y="4937760"/>
            <a:ext cx="42062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589520" y="4937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 +  γ(d)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92640" y="5358384"/>
            <a:ext cx="0" cy="1188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589520" y="5486400"/>
            <a:ext cx="4206240" cy="41148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589520" y="5486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 +  ReLU  →  RGB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629400"/>
            <a:ext cx="1106424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48640" y="6629400"/>
            <a:ext cx="73152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77240" y="66019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·  </a:t>
            </a: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σ와 c 의 입력 분리가 NeRF의 설계 포인트. 같은 점이라도 보는 방향에 따라 색은 달라지지만 밀도는 같다 → physically consistent.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논문 ↔ 코드 리뷰 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Rendering  —  미분 가능한 픽셀 색 합성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1874520"/>
          </a:xfrm>
          <a:prstGeom prst="rect">
            <a:avLst/>
          </a:prstGeom>
          <a:solidFill>
            <a:srgbClr val="ECF7EE"/>
          </a:solidFill>
          <a:ln w="12700">
            <a:solidFill>
              <a:srgbClr val="ECF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Mildenhall et al. 2020, Eq. 1–3  (Max 1995의 volume rendering)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r(t) 위 N개 점에서  (σᵢ, cᵢ) 를 얻은 뒤, 이산 적분으로 픽셀 색을 합성: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Ĉ(r) = Σᵢ  Tᵢ · (1 − exp(−σᵢ δᵢ)) · cᵢ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Tᵢ = exp(− Σⱼ₌₁^{i−1}  σⱼ δⱼ )         αᵢ = 1 − exp(−σᵢ δᵢ)         δᵢ = tᵢ₊₁ − tᵢ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Tᵢ = 누적 투과도   ·   αᵢ = i번째 점의 alpha   ·   δᵢ = 인접 샘플 간격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676656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265176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959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run_nerf.py  —  raw2outputs()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279392"/>
            <a:ext cx="64008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DBE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8680" y="4315968"/>
            <a:ext cx="62636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raw2alpha = lambda raw, dists, act=F.relu: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- torch.exp(-act(raw) * dists)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dists = z_vals[..., 1:] - z_vals[..., :-1]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dists = dists * torch.norm(rays_d[...,None,:], dim=-1)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 = torch.sigmoid(raw[..., :3])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raw2alpha(raw[..., 3] + noise, dists)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누적 투과도 T_i = ∏(1−α_j)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= alpha * torch.cumprod(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torch.cat([torch.ones((alpha.shape[0],1)),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1.-alpha + 1e-10], -1), -1)[:, :-1]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rgb_map   = torch.sum(weights[...,None] * rgb, -2)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depth_map = torch.sum(weights * z_vals, -1)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하나에서 일어나는 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2606040"/>
            <a:ext cx="429768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543800" y="2514600"/>
            <a:ext cx="164592" cy="16459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406640" y="27157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2313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13471" y="2489911"/>
            <a:ext cx="232258" cy="232258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863840" y="28346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α=0.15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66937" y="2374697"/>
            <a:ext cx="462686" cy="46268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732520" y="28346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α=0.85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76765" y="2415845"/>
            <a:ext cx="380390" cy="38039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601200" y="28346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α=0.6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94822" y="2465222"/>
            <a:ext cx="281635" cy="281635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469880" y="28346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α=0.3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31546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Tᵢ  (누적 투과도, front-to-back 감소)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65008" y="3429000"/>
            <a:ext cx="329184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863840" y="3886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33688" y="3490722"/>
            <a:ext cx="329184" cy="34975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732520" y="3886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02368" y="3786988"/>
            <a:ext cx="329184" cy="534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601200" y="3886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71048" y="3819906"/>
            <a:ext cx="329184" cy="2057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469880" y="3886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89520" y="4343400"/>
            <a:ext cx="4297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58952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Ĉ  =  Σ  Tᵢ · αᵢ · cᵢ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89520" y="4846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큰 σ를 만나는 첫 점에서 T가 급감 → 그 점이 픽셀 색을 결정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6629400"/>
            <a:ext cx="1106424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48640" y="6629400"/>
            <a:ext cx="73152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77240" y="66019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·  </a:t>
            </a: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과정이 미분 가능 → MLP 가중치를 픽셀 색의 reconstruction loss로 학습할 수 있다 (3DGS와 같은 미분가능 α-blending).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논문 ↔ 코드 리뷰 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Sampling  —  Coarse-to-Fine 샘플링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766560" cy="1691640"/>
          </a:xfrm>
          <a:prstGeom prst="rect">
            <a:avLst/>
          </a:prstGeom>
          <a:solidFill>
            <a:srgbClr val="ECF7EE"/>
          </a:solidFill>
          <a:ln w="12700">
            <a:solidFill>
              <a:srgbClr val="ECF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Mildenhall et al. 2020, Section 5.2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MLP를 학습 — coarse + fine.  </a:t>
            </a: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결과의 weight 분포로부터 PDF를 만들어 표면 근처에 fine 샘플을 집중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 Nc = 64  점을  near~far  사이에 stratified sampling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weights → PDF → inverse CDF로  Nf = 128  점을 추가 샘플 (importance sampling)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+ Nf = 192 점으로 fine MLP를 query → final color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6766560" cy="2834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73152" cy="283464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3776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run_nerf_helpers.py  —  sample_pdf()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096512"/>
            <a:ext cx="640080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DBE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4133088"/>
            <a:ext cx="6263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sample_pdf(bins, weights, N_samples, det=False):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 = weights + 1e-5      # prevent NaN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pdf = weights / torch.sum(weights, -1, keepdim=True)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cdf = torch.cumsum(pdf, -1)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cdf = torch.cat([torch.zeros_like(cdf[...,:1]), cdf], -1)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torch.rand(list(cdf.shape[:-1]) + [N_samples])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inds = torch.searchsorted(cdf, u, right=True)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below = torch.max(torch.zeros_like(inds-1), inds-1)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above = torch.min((cdf.shape[-1]-1)*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torch.ones_like(inds), inds)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linear interpolation between bin edges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(u - cdf_g[...,0]) / (cdf_g[...,1]-cdf_g[...,0])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samples = bins_g[...,0] + t*(bins_g[...,1]-bins_g[...,0])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samples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8952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 분포 비교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240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 ·  uniform 64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743200"/>
            <a:ext cx="420624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680960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28432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75904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723376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070848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418320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765792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113264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460736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808208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155680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1503152" y="268833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149840" y="2377440"/>
            <a:ext cx="0" cy="73152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784080" y="3017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3200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→  PDF  ·  표면에서 peak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26096" y="3909060"/>
            <a:ext cx="109728" cy="2286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973568" y="3909060"/>
            <a:ext cx="109728" cy="2286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321040" y="3899916"/>
            <a:ext cx="109728" cy="32004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668512" y="3886200"/>
            <a:ext cx="109728" cy="4572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015984" y="3863340"/>
            <a:ext cx="109728" cy="6858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363456" y="3817620"/>
            <a:ext cx="109728" cy="11430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710928" y="3703320"/>
            <a:ext cx="109728" cy="22860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0058400" y="3543300"/>
            <a:ext cx="109728" cy="38862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0405872" y="3657600"/>
            <a:ext cx="109728" cy="27432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753344" y="3840480"/>
            <a:ext cx="109728" cy="9144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1100816" y="3886200"/>
            <a:ext cx="109728" cy="4572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1448288" y="3909060"/>
            <a:ext cx="109728" cy="22860"/>
          </a:xfrm>
          <a:prstGeom prst="rect">
            <a:avLst/>
          </a:prstGeom>
          <a:solidFill>
            <a:srgbClr val="1E5BFF">
              <a:alpha val="70000"/>
            </a:srgbClr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589520" y="4114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 ·  importance-sampled 128 (표면 근처)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89520" y="4617720"/>
            <a:ext cx="420624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790956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818388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854964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891540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23544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955548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78408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92124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01268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085832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14984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024128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37844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056132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83564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1201400" y="4572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149840" y="4343400"/>
            <a:ext cx="0" cy="54864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548640" y="6629400"/>
            <a:ext cx="1106424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48640" y="6629400"/>
            <a:ext cx="73152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777240" y="66019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·  </a:t>
            </a: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공간 낭비를 줄이고 표면 근처에 샘플을 집중 → 같은 비용으로 더 정밀한 reconstruction. 비용 자체는 여전히 ray당 192 forward.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학습 파이프라인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train()  —  한 iteration의 5단계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4617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461772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E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run_nerf.py  —  train()  핵심 루프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221992"/>
            <a:ext cx="60350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5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2258568"/>
            <a:ext cx="58978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데이터 로드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images, poses, render_poses, hwf, i_split =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load_blender_data(args.datadir, args.half_res, args.testskip)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모델 + optimizer 생성  (coarse + fine + Adam)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render_kwargs_train, render_kwargs_test, start,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grad_vars, optimizer = create_nerf(args)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학습 루프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range(start, args.N_iters):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한 이미지에서 N_rand 개 ray를 무작위 추출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img_i = np.random.choice(i_train)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target, pose = images[img_i], poses[img_i, :3, :4]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rays_o, rays_d = get_rays(H, W, K, pose)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render → coarse + fine 한꺼번에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rgb, disp, acc, extras = render(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H, W, K, chunk=args.chunk, rays=batch_rays,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verbose=i &lt; 10, retraw=True, **render_kwargs_train)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MSE loss + coarse loss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img_loss = img2mse(rgb, target_s)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img_loss + img2mse(extras['rgb0'], target_s)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psnr = mse2psnr(img_loss)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loss.backward(); optimizer.step()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learning rate exponential decay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decay_rate = 0.1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new_lrate  = args.lrate * (decay_rate **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(global_step / decay_steps))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69480" y="1828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iteration  ·  5-step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9480" y="2286000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269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53528" y="22402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batch 추출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이미지 → N_rand (≈1024) 픽셀 무작위 선택 → 해당 픽셀의 (rays_o, rays_d) 와 GT 색 가져오기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9480" y="3154680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694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53528" y="3108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render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ray당 64 점 stratified sampling → coarse MLP query → α-blending → rgb0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4023360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2694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53528" y="39776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render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weights → PDF → 128 점 추가 → coarse+fine = 192 점으로 fine MLP query → final rgb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4892040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6948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48463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+ backward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‖rgb − GT‖² + ‖rgb0 − GT‖²  → backward → Adam step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5760720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269480" y="5760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53528" y="57150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decay + log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lrate ×= decay  ·  PSNR 기록  ·  주기적 video render / checkpoint 저장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629400"/>
            <a:ext cx="11064240" cy="182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48640" y="6629400"/>
            <a:ext cx="7315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660196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 ·  </a:t>
            </a: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iteration당 1024 ray × 192 점 = 약 197K MLP forward.  N_iters = 200K → 학습 1~2일이 걸리는 본질적 이유.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View-dependent rendering 과 부산물로 얻어지는 depth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3152" cy="4434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View-dependent  Color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점이라도 보는 방향이 바뀌면 색이 달라진다 — specular highlight, 금속 반사 등을 자연스럽게 표현.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3108960"/>
            <a:ext cx="1097280" cy="10972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25880" y="3246120"/>
            <a:ext cx="411480" cy="3657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89888" y="3291840"/>
            <a:ext cx="274320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4251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3108960"/>
            <a:ext cx="1097280" cy="10972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46120" y="3246120"/>
            <a:ext cx="411480" cy="3657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310128" y="3291840"/>
            <a:ext cx="274320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88920" y="4251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3108960"/>
            <a:ext cx="1097280" cy="10972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166360" y="3246120"/>
            <a:ext cx="411480" cy="36576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230368" y="3291840"/>
            <a:ext cx="274320" cy="246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34840" y="4251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점, 다른 viewing direction → MLP가 RGB를 다르게 출력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0584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γ(d) 가 없으면 view-independent 색만 생성 → 광택 사라짐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605272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ablation에서 view-dir 제거 시 PSNR 큰 하락 보고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87452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09360" y="1874520"/>
            <a:ext cx="73152" cy="4434840"/>
          </a:xfrm>
          <a:prstGeom prst="rect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3796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Map  (부산물)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2423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목표는 RGB뿐이지만, weight·z_vals 의 곱으로 자연스럽게 depth가 얻어진다.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3063240"/>
            <a:ext cx="50292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675120" y="3063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depth_map  =  Σᵢ  weightᵢ · z_valsᵢ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75120" y="3794760"/>
            <a:ext cx="405384" cy="365760"/>
          </a:xfrm>
          <a:prstGeom prst="rect">
            <a:avLst/>
          </a:prstGeom>
          <a:solidFill>
            <a:srgbClr val="1A2E05"/>
          </a:solidFill>
          <a:ln w="12700">
            <a:solidFill>
              <a:srgbClr val="1A2E0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071360" y="3794760"/>
            <a:ext cx="405384" cy="36576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467600" y="3794760"/>
            <a:ext cx="405384" cy="3657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863840" y="3794760"/>
            <a:ext cx="405384" cy="36576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260080" y="3794760"/>
            <a:ext cx="405384" cy="365760"/>
          </a:xfrm>
          <a:prstGeom prst="rect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656320" y="3794760"/>
            <a:ext cx="405384" cy="365760"/>
          </a:xfrm>
          <a:prstGeom prst="rect">
            <a:avLst/>
          </a:prstGeom>
          <a:solidFill>
            <a:srgbClr val="D9F99D"/>
          </a:solidFill>
          <a:ln w="12700">
            <a:solidFill>
              <a:srgbClr val="D9F99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052560" y="3794760"/>
            <a:ext cx="405384" cy="365760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448800" y="3794760"/>
            <a:ext cx="405384" cy="3657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845040" y="3794760"/>
            <a:ext cx="405384" cy="365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0241280" y="3794760"/>
            <a:ext cx="405384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0637520" y="3794760"/>
            <a:ext cx="40538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1033760" y="3794760"/>
            <a:ext cx="405384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675120" y="4206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515600" y="4206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lego dataset · depth visualization (논문 Fig. 5)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5102352"/>
            <a:ext cx="91440" cy="91440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76656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가 σ로부터 자동 산출 → depth 별도 supervision 없이 얻음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83680" y="5605272"/>
            <a:ext cx="91440" cy="91440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766560" y="5532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연구(Depth-NeRF 등)는 이 depth를 supervision으로 활용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48640" y="6446520"/>
            <a:ext cx="73152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77240" y="64739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요약  ·  </a:t>
            </a: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implicit MLP가 view consistency 와 geometry (depth) 를 동시에 학습 — single network, multiple outputs.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후속 연구 — 확장 방향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 의 한계를 보완한 대표적인 follow-up 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본 NeRF의 한계  ·  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학습/렌더링이 느림 (ray-marching)   2) in-the-wild에서 품질 저하   3) 정적 장면만 표현 가능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연구는 — </a:t>
            </a: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 적응 / dynamic scene / generative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세 가지 큰 방향으로 발전했다.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4068" y="278892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4068" y="2788920"/>
            <a:ext cx="361188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18388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8388" y="3474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 in the Wild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8388" y="3977640"/>
            <a:ext cx="3063240" cy="41148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09828" y="3977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 ·  appearance / occlusion 분리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8388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/ 적용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8388" y="47548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관광지처럼 조명·날씨·관람객이 매번 다른 사진 모음에 NeRF를 적용. per-image latent (appearance / transient) 를 추가해 변하는 요소와 정적 장면을 분리 학습한다 → in-the-wild photo collection으로도 일관된 3D 표현 가능.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" y="6172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Martin-Brualla et al., NeRF in the Wild, CVPR 2021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74820" y="278892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74820" y="2788920"/>
            <a:ext cx="361188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49140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49140" y="3474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D-NeRF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49140" y="3977640"/>
            <a:ext cx="3063240" cy="41148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40580" y="3977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 ·  static  →  dynamic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49140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/ 적용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9140" y="47548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NeRF는 정적 장면 가정. D-NeRF는 "canonical 공간 + deformation 네트워크"로 시간에 따라 변하는 장면을 표현한다. 같은 framework로 사람·동물·움직이는 객체를 렌더링 → AR/VR, free-view video에 적용 가능.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49140" y="6172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Pumarola et al., D-NeRF, CVPR 2021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5572" y="278892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005572" y="2788920"/>
            <a:ext cx="361188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79892" y="3017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79892" y="3474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EG3D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79892" y="3977640"/>
            <a:ext cx="3063240" cy="411480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371332" y="3977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 ·  NeRF  +  GAN  generative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9892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/ 적용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79892" y="475488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학습 데이터 없이도 NeRF 스타일 3D 표현을 학습. tri-plane representation + StyleGAN으로 단일 뷰 unposed 이미지 컬렉션에서 3D-aware 생성. 같은 사람의 다양한 각도를 일관되게 합성.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9892" y="6172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Chan et al., EG3D, CVPR 2022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참고 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논문 및 코드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242316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Mildenhall et al., NeRF: Representing Scenes as Neural Radiance Fields for View Synthesis, ECCV 2020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Fourier Feat.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71576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Tancik et al., Fourier Features Let Networks Learn High Frequency Functions in Low Dim. Domains, NeurIPS 2020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008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NeRF-W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00837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Martin-Brualla et al., NeRF in the Wild: Neural Radiance Fields for Unconstrained Photo Collections, CVPR 2021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3009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D-NeRF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30098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Pumarola et al., D-NeRF: Neural Radiance Fields for Dynamic Scenes, CVPR 2021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593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EG3D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59359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 et al., Efficient Geometry-aware 3D Generative Adversarial Networks, CVPR 2022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Render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88620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 Optical Models for Direct Volume Rendering, IEEE TVCG 1995  (volume rendering 이론적 기반)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818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nerf-pytorch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48188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github.com/yenchenlin/nerf-pytorch  (실습 노트북에서 사용한 PyTorch 구현)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111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NeRF (TF)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51114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github.com/bmild/nerf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404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540410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github.com/Fyusion/LLFF  (real-world dataset)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696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56967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github.com/colmap/colmap  (camera pose 추정)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3854</Words>
  <Application>Microsoft Macintosh PowerPoint</Application>
  <PresentationFormat>와이드스크린</PresentationFormat>
  <Paragraphs>391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NeRF 논문·코드 리뷰</dc:title>
  <dc:subject>PptxGenJS Presentation</dc:subject>
  <dc:creator>PptxGenJS</dc:creator>
  <cp:lastModifiedBy>민규 전</cp:lastModifiedBy>
  <cp:revision>1</cp:revision>
  <dcterms:created xsi:type="dcterms:W3CDTF">2026-04-29T13:26:21Z</dcterms:created>
  <dcterms:modified xsi:type="dcterms:W3CDTF">2026-04-29T13:29:52Z</dcterms:modified>
</cp:coreProperties>
</file>